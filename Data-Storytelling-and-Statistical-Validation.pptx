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ona Sans SemiBold"/>
      <p:regular r:id="rId17"/>
    </p:embeddedFont>
    <p:embeddedFont>
      <p:font typeface="Mona Sans Bold"/>
      <p:regular r:id="rId18"/>
    </p:embeddedFont>
    <p:embeddedFont>
      <p:font typeface="Funnel Sans"/>
      <p:regular r:id="rId19"/>
    </p:embeddedFont>
    <p:embeddedFont>
      <p:font typeface="Funnel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Storytelling &amp; Statistical Validation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End-to-End Business Analytics &amp; Business Intelligence Project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Presented By: K GNANA SWARUPA 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ApexPlanet Software Pvt Ltd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7379" y="428179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17379" y="1070297"/>
            <a:ext cx="4738241" cy="1619027"/>
          </a:xfrm>
          <a:prstGeom prst="roundRect">
            <a:avLst>
              <a:gd name="adj" fmla="val 3620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1668" y="1214586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1668" y="1514996"/>
            <a:ext cx="4449663" cy="103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Understand business performance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Discover revenue drivers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Analyze customer behavior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Validate findings statistically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17379" y="2826693"/>
            <a:ext cx="4738241" cy="1888554"/>
          </a:xfrm>
          <a:prstGeom prst="roundRect">
            <a:avLst>
              <a:gd name="adj" fmla="val 3104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1668" y="297098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Outcomes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1668" y="3271391"/>
            <a:ext cx="4449663" cy="129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Cleaned and prepared dataset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Performed EDA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Developed SQL insights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Built dashboard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Conducted hypothesis testing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315739"/>
            <a:ext cx="27830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Project Workflow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62298" y="728514"/>
            <a:ext cx="6876604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Seven-stage end-to-end analytics pipeline — from raw data to strategic recommendations.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298" y="920428"/>
            <a:ext cx="465162" cy="558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88480" y="1013445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Raw Data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298" y="1478607"/>
            <a:ext cx="465162" cy="558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88480" y="1571625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Cleaning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98" y="2036787"/>
            <a:ext cx="465162" cy="5581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88480" y="2129805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EDA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98" y="2594967"/>
            <a:ext cx="465162" cy="5581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88480" y="2687985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SQL Analysis</a:t>
            </a:r>
            <a:endParaRPr lang="en-US" sz="9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298" y="3153147"/>
            <a:ext cx="465162" cy="5581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888480" y="3246165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Dashboard</a:t>
            </a:r>
            <a:endParaRPr lang="en-US" sz="9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298" y="3711327"/>
            <a:ext cx="465162" cy="5581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88480" y="3804345"/>
            <a:ext cx="1177007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Statistical Validation</a:t>
            </a:r>
            <a:endParaRPr lang="en-US" sz="9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298" y="4269507"/>
            <a:ext cx="465162" cy="5581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888480" y="4362524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Dataset Overview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2233836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2500313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Retail transaction data capturing orders, customers, products, and regional performance — the foundation for revenue and behavior analysis.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14503" y="2906018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Multi-dimensional retail dataset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Supports revenue and segmentation analysis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Enables hypothesis-driven decision-making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94826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Quality Assessment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2080320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Problems Identified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2346796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Missing values across key fields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Duplicate records inflating counts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Inconsistent formats and outliers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74489" y="2986832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Solutions Applied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4489" y="3253308"/>
            <a:ext cx="3759622" cy="3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Imputation, deduplication, standardization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Outlier treatment using IQR method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5145" y="257175"/>
            <a:ext cx="2847380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Cleaning Results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515145" y="689074"/>
            <a:ext cx="1991767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50K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957239" y="1067246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Rows Before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576117" y="689074"/>
            <a:ext cx="1991767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48.9K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018211" y="1067246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Rows After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37088" y="689074"/>
            <a:ext cx="1991767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1.6K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079182" y="1067246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Missing Values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45631" y="1360661"/>
            <a:ext cx="1991767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847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987427" y="1738833"/>
            <a:ext cx="1108100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Duplicates Removed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06603" y="1360661"/>
            <a:ext cx="1991767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048696" y="1738833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Features Engineered</a:t>
            </a:r>
            <a:endParaRPr lang="en-US" sz="8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254" y="1939528"/>
            <a:ext cx="5563419" cy="294672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560538" y="4045544"/>
            <a:ext cx="1375545" cy="17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Raw Import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462722" y="4266395"/>
            <a:ext cx="1473361" cy="111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5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Ingest raw rows from sources.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022548" y="2335666"/>
            <a:ext cx="1375544" cy="17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Quality Audit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924731" y="2556517"/>
            <a:ext cx="1473361" cy="223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5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Assess missing values and duplicates.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226038" y="2335666"/>
            <a:ext cx="1375544" cy="17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Cleaning Applied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226038" y="2556517"/>
            <a:ext cx="1473360" cy="223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Remove duplicates and impute values.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45688" y="4045639"/>
            <a:ext cx="1375544" cy="17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Analysis-Ready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45688" y="4266490"/>
            <a:ext cx="1473361" cy="223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Features engineered and rows validated.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92249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Exploratory Data Analysis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5413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Patterns Discovered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Electronics leads revenue; Apparel leads order volume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Right-skewed distributions in order value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Seasonal peaks in Q4 across all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8140"/>
            <a:ext cx="645869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KPI Dashboard &amp; Business Insights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2464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4711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77767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$401K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32464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14711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177767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57K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324645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14711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Avg Order Value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177767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$7.04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2292772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24392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640" y="274580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18K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2292772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9363" y="24392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YoY Growth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9363" y="274580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+14%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19" y="333174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6119" y="3765798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Electronics = highest revenue contributor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North region = best-performing market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Q4 shows strongest growth trend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53764"/>
            <a:ext cx="610731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SQL Analytics &amp; Multivariate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101255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Sample Queries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4132" y="1328440"/>
            <a:ext cx="3986585" cy="992088"/>
          </a:xfrm>
          <a:prstGeom prst="roundRect">
            <a:avLst>
              <a:gd name="adj" fmla="val 5252"/>
            </a:avLst>
          </a:prstGeom>
          <a:solidFill>
            <a:srgbClr val="252323"/>
          </a:solidFill>
          <a:ln/>
        </p:spPr>
      </p:sp>
      <p:sp>
        <p:nvSpPr>
          <p:cNvPr id="5" name="Shape 3"/>
          <p:cNvSpPr/>
          <p:nvPr/>
        </p:nvSpPr>
        <p:spPr>
          <a:xfrm>
            <a:off x="427955" y="1328440"/>
            <a:ext cx="3998937" cy="992088"/>
          </a:xfrm>
          <a:prstGeom prst="roundRect">
            <a:avLst>
              <a:gd name="adj" fmla="val 1876"/>
            </a:avLst>
          </a:prstGeom>
          <a:solidFill>
            <a:srgbClr val="252323"/>
          </a:solidFill>
          <a:ln/>
        </p:spPr>
      </p:sp>
      <p:sp>
        <p:nvSpPr>
          <p:cNvPr id="6" name="Text 4"/>
          <p:cNvSpPr/>
          <p:nvPr/>
        </p:nvSpPr>
        <p:spPr>
          <a:xfrm>
            <a:off x="582960" y="1452414"/>
            <a:ext cx="368892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7B72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product, SUM(revenue)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7B72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sales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7B72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product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7B72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2 DESC;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4132" y="2442567"/>
            <a:ext cx="3986585" cy="806053"/>
          </a:xfrm>
          <a:prstGeom prst="roundRect">
            <a:avLst>
              <a:gd name="adj" fmla="val 6464"/>
            </a:avLst>
          </a:prstGeom>
          <a:solidFill>
            <a:srgbClr val="252323"/>
          </a:solidFill>
          <a:ln/>
        </p:spPr>
      </p:sp>
      <p:sp>
        <p:nvSpPr>
          <p:cNvPr id="8" name="Shape 6"/>
          <p:cNvSpPr/>
          <p:nvPr/>
        </p:nvSpPr>
        <p:spPr>
          <a:xfrm>
            <a:off x="427955" y="2442567"/>
            <a:ext cx="3998937" cy="806053"/>
          </a:xfrm>
          <a:prstGeom prst="roundRect">
            <a:avLst>
              <a:gd name="adj" fmla="val 2308"/>
            </a:avLst>
          </a:prstGeom>
          <a:solidFill>
            <a:srgbClr val="252323"/>
          </a:solidFill>
          <a:ln/>
        </p:spPr>
      </p:sp>
      <p:sp>
        <p:nvSpPr>
          <p:cNvPr id="9" name="Text 7"/>
          <p:cNvSpPr/>
          <p:nvPr/>
        </p:nvSpPr>
        <p:spPr>
          <a:xfrm>
            <a:off x="582960" y="2566541"/>
            <a:ext cx="368892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7B72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region, AVG(order_value)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7B72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7B72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region;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4132" y="3370659"/>
            <a:ext cx="398658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Queries uncovered top products, monthly revenue trends, customer retention rates, and regional performance.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28046" y="1012552"/>
            <a:ext cx="204943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Correlation Heatmap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8046" y="1328440"/>
            <a:ext cx="3986585" cy="286955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28046" y="4320034"/>
            <a:ext cx="398658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Revenue–Orders correlation (0.87) confirms volume-driven growth; Retention shows independent influence.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25648"/>
            <a:ext cx="7277621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Hypothesis Testing &amp; Statistical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152376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Business Question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65162" y="1484635"/>
            <a:ext cx="440196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"Did the new strategy significantly improve performance?"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75" y="1830735"/>
            <a:ext cx="3959051" cy="8326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5216" y="197792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H₀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5216" y="2310185"/>
            <a:ext cx="3607519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significant effect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75" y="2787923"/>
            <a:ext cx="3959051" cy="8326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216" y="293511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H₁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5216" y="3267373"/>
            <a:ext cx="3607519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Significant effect exists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75" y="3745111"/>
            <a:ext cx="3959051" cy="8326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5216" y="389230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Method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55216" y="4224561"/>
            <a:ext cx="3607519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T-Test · 95% Confidence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738836" y="1152376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Results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38836" y="1484635"/>
            <a:ext cx="3944764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 Statistic:</a:t>
            </a:r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 = 2.34</a:t>
            </a:r>
            <a:endParaRPr lang="en-US" sz="10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p-value:</a:t>
            </a:r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0.021</a:t>
            </a:r>
            <a:endParaRPr lang="en-US" sz="10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Confidence Interval:</a:t>
            </a:r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[1.2, 4.8]</a:t>
            </a:r>
            <a:endParaRPr lang="en-US" sz="10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Decision:</a:t>
            </a:r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 &lt; 0.05 → Reject H₀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38836" y="2579489"/>
            <a:ext cx="3944764" cy="748233"/>
          </a:xfrm>
          <a:prstGeom prst="roundRect">
            <a:avLst>
              <a:gd name="adj" fmla="val 7460"/>
            </a:avLst>
          </a:prstGeom>
          <a:solidFill>
            <a:srgbClr val="183A1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740" y="2781672"/>
            <a:ext cx="166092" cy="1329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70736" y="2737247"/>
            <a:ext cx="337996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Finding is statistically significant — strategy had measurable impact.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2026-06-02T14:09:42Z</dcterms:created>
  <dcterms:modified xsi:type="dcterms:W3CDTF">2026-06-02T14:09:42Z</dcterms:modified>
</cp:coreProperties>
</file>